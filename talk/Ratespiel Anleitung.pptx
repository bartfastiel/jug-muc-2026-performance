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12801600" cy="9601200" type="A3"/>
  <p:notesSz cx="6888163" cy="10018713"/>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08" d="100"/>
          <a:sy n="108" d="100"/>
        </p:scale>
        <p:origin x="2058" y="12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960120" y="1571308"/>
            <a:ext cx="10881360" cy="3342640"/>
          </a:xfrm>
        </p:spPr>
        <p:txBody>
          <a:bodyPr anchor="b"/>
          <a:lstStyle>
            <a:lvl1pPr algn="ctr">
              <a:defRPr sz="8400"/>
            </a:lvl1pPr>
          </a:lstStyle>
          <a:p>
            <a:r>
              <a:rPr lang="de-DE"/>
              <a:t>Mastertitelformat bearbeiten</a:t>
            </a:r>
            <a:endParaRPr lang="en-US" dirty="0"/>
          </a:p>
        </p:txBody>
      </p:sp>
      <p:sp>
        <p:nvSpPr>
          <p:cNvPr id="3" name="Subtitle 2"/>
          <p:cNvSpPr>
            <a:spLocks noGrp="1"/>
          </p:cNvSpPr>
          <p:nvPr>
            <p:ph type="subTitle" idx="1"/>
          </p:nvPr>
        </p:nvSpPr>
        <p:spPr>
          <a:xfrm>
            <a:off x="1600200" y="5042853"/>
            <a:ext cx="9601200" cy="2318067"/>
          </a:xfrm>
        </p:spPr>
        <p:txBody>
          <a:bodyPr/>
          <a:lstStyle>
            <a:lvl1pPr marL="0" indent="0" algn="ctr">
              <a:buNone/>
              <a:defRPr sz="3360"/>
            </a:lvl1pPr>
            <a:lvl2pPr marL="640080" indent="0" algn="ctr">
              <a:buNone/>
              <a:defRPr sz="2800"/>
            </a:lvl2pPr>
            <a:lvl3pPr marL="1280160" indent="0" algn="ctr">
              <a:buNone/>
              <a:defRPr sz="2520"/>
            </a:lvl3pPr>
            <a:lvl4pPr marL="1920240" indent="0" algn="ctr">
              <a:buNone/>
              <a:defRPr sz="2240"/>
            </a:lvl4pPr>
            <a:lvl5pPr marL="2560320" indent="0" algn="ctr">
              <a:buNone/>
              <a:defRPr sz="2240"/>
            </a:lvl5pPr>
            <a:lvl6pPr marL="3200400" indent="0" algn="ctr">
              <a:buNone/>
              <a:defRPr sz="2240"/>
            </a:lvl6pPr>
            <a:lvl7pPr marL="3840480" indent="0" algn="ctr">
              <a:buNone/>
              <a:defRPr sz="2240"/>
            </a:lvl7pPr>
            <a:lvl8pPr marL="4480560" indent="0" algn="ctr">
              <a:buNone/>
              <a:defRPr sz="2240"/>
            </a:lvl8pPr>
            <a:lvl9pPr marL="5120640" indent="0" algn="ctr">
              <a:buNone/>
              <a:defRPr sz="224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DF20FE4C-A8E8-4F91-8897-8150AD1EC75D}" type="datetimeFigureOut">
              <a:rPr lang="de-DE" smtClean="0"/>
              <a:t>09.02.2026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4F7AD0E4-5228-4DA9-AC25-1F9E2875645C}" type="slidenum">
              <a:rPr lang="de-DE" smtClean="0"/>
              <a:t>‹Nr.›</a:t>
            </a:fld>
            <a:endParaRPr lang="de-DE"/>
          </a:p>
        </p:txBody>
      </p:sp>
    </p:spTree>
    <p:extLst>
      <p:ext uri="{BB962C8B-B14F-4D97-AF65-F5344CB8AC3E}">
        <p14:creationId xmlns:p14="http://schemas.microsoft.com/office/powerpoint/2010/main" val="40515617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DF20FE4C-A8E8-4F91-8897-8150AD1EC75D}" type="datetimeFigureOut">
              <a:rPr lang="de-DE" smtClean="0"/>
              <a:t>09.02.2026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4F7AD0E4-5228-4DA9-AC25-1F9E2875645C}" type="slidenum">
              <a:rPr lang="de-DE" smtClean="0"/>
              <a:t>‹Nr.›</a:t>
            </a:fld>
            <a:endParaRPr lang="de-DE"/>
          </a:p>
        </p:txBody>
      </p:sp>
    </p:spTree>
    <p:extLst>
      <p:ext uri="{BB962C8B-B14F-4D97-AF65-F5344CB8AC3E}">
        <p14:creationId xmlns:p14="http://schemas.microsoft.com/office/powerpoint/2010/main" val="67714094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873443" y="2393635"/>
            <a:ext cx="11041380" cy="3993832"/>
          </a:xfrm>
        </p:spPr>
        <p:txBody>
          <a:bodyPr anchor="b"/>
          <a:lstStyle>
            <a:lvl1pPr>
              <a:defRPr sz="8400"/>
            </a:lvl1pPr>
          </a:lstStyle>
          <a:p>
            <a:r>
              <a:rPr lang="de-DE"/>
              <a:t>Mastertitelformat bearbeiten</a:t>
            </a:r>
            <a:endParaRPr lang="en-US" dirty="0"/>
          </a:p>
        </p:txBody>
      </p:sp>
      <p:sp>
        <p:nvSpPr>
          <p:cNvPr id="3" name="Text Placeholder 2"/>
          <p:cNvSpPr>
            <a:spLocks noGrp="1"/>
          </p:cNvSpPr>
          <p:nvPr>
            <p:ph type="body" idx="1"/>
          </p:nvPr>
        </p:nvSpPr>
        <p:spPr>
          <a:xfrm>
            <a:off x="873443" y="6425250"/>
            <a:ext cx="11041380" cy="2100262"/>
          </a:xfrm>
        </p:spPr>
        <p:txBody>
          <a:bodyPr/>
          <a:lstStyle>
            <a:lvl1pPr marL="0" indent="0">
              <a:buNone/>
              <a:defRPr sz="3360">
                <a:solidFill>
                  <a:schemeClr val="tx1">
                    <a:tint val="82000"/>
                  </a:schemeClr>
                </a:solidFill>
              </a:defRPr>
            </a:lvl1pPr>
            <a:lvl2pPr marL="640080" indent="0">
              <a:buNone/>
              <a:defRPr sz="2800">
                <a:solidFill>
                  <a:schemeClr val="tx1">
                    <a:tint val="82000"/>
                  </a:schemeClr>
                </a:solidFill>
              </a:defRPr>
            </a:lvl2pPr>
            <a:lvl3pPr marL="1280160" indent="0">
              <a:buNone/>
              <a:defRPr sz="2520">
                <a:solidFill>
                  <a:schemeClr val="tx1">
                    <a:tint val="82000"/>
                  </a:schemeClr>
                </a:solidFill>
              </a:defRPr>
            </a:lvl3pPr>
            <a:lvl4pPr marL="1920240" indent="0">
              <a:buNone/>
              <a:defRPr sz="2240">
                <a:solidFill>
                  <a:schemeClr val="tx1">
                    <a:tint val="82000"/>
                  </a:schemeClr>
                </a:solidFill>
              </a:defRPr>
            </a:lvl4pPr>
            <a:lvl5pPr marL="2560320" indent="0">
              <a:buNone/>
              <a:defRPr sz="2240">
                <a:solidFill>
                  <a:schemeClr val="tx1">
                    <a:tint val="82000"/>
                  </a:schemeClr>
                </a:solidFill>
              </a:defRPr>
            </a:lvl5pPr>
            <a:lvl6pPr marL="3200400" indent="0">
              <a:buNone/>
              <a:defRPr sz="2240">
                <a:solidFill>
                  <a:schemeClr val="tx1">
                    <a:tint val="82000"/>
                  </a:schemeClr>
                </a:solidFill>
              </a:defRPr>
            </a:lvl6pPr>
            <a:lvl7pPr marL="3840480" indent="0">
              <a:buNone/>
              <a:defRPr sz="2240">
                <a:solidFill>
                  <a:schemeClr val="tx1">
                    <a:tint val="82000"/>
                  </a:schemeClr>
                </a:solidFill>
              </a:defRPr>
            </a:lvl7pPr>
            <a:lvl8pPr marL="4480560" indent="0">
              <a:buNone/>
              <a:defRPr sz="2240">
                <a:solidFill>
                  <a:schemeClr val="tx1">
                    <a:tint val="82000"/>
                  </a:schemeClr>
                </a:solidFill>
              </a:defRPr>
            </a:lvl8pPr>
            <a:lvl9pPr marL="5120640" indent="0">
              <a:buNone/>
              <a:defRPr sz="2240">
                <a:solidFill>
                  <a:schemeClr val="tx1">
                    <a:tint val="82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DF20FE4C-A8E8-4F91-8897-8150AD1EC75D}" type="datetimeFigureOut">
              <a:rPr lang="de-DE" smtClean="0"/>
              <a:t>09.02.2026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4F7AD0E4-5228-4DA9-AC25-1F9E2875645C}" type="slidenum">
              <a:rPr lang="de-DE" smtClean="0"/>
              <a:t>‹Nr.›</a:t>
            </a:fld>
            <a:endParaRPr lang="de-DE"/>
          </a:p>
        </p:txBody>
      </p:sp>
    </p:spTree>
    <p:extLst>
      <p:ext uri="{BB962C8B-B14F-4D97-AF65-F5344CB8AC3E}">
        <p14:creationId xmlns:p14="http://schemas.microsoft.com/office/powerpoint/2010/main" val="40423968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880110" y="2555875"/>
            <a:ext cx="5440680" cy="609187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6480810" y="2555875"/>
            <a:ext cx="5440680" cy="609187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DF20FE4C-A8E8-4F91-8897-8150AD1EC75D}" type="datetimeFigureOut">
              <a:rPr lang="de-DE" smtClean="0"/>
              <a:t>09.02.2026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4F7AD0E4-5228-4DA9-AC25-1F9E2875645C}" type="slidenum">
              <a:rPr lang="de-DE" smtClean="0"/>
              <a:t>‹Nr.›</a:t>
            </a:fld>
            <a:endParaRPr lang="de-DE"/>
          </a:p>
        </p:txBody>
      </p:sp>
    </p:spTree>
    <p:extLst>
      <p:ext uri="{BB962C8B-B14F-4D97-AF65-F5344CB8AC3E}">
        <p14:creationId xmlns:p14="http://schemas.microsoft.com/office/powerpoint/2010/main" val="2207221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881777" y="511177"/>
            <a:ext cx="11041380" cy="1855788"/>
          </a:xfrm>
        </p:spPr>
        <p:txBody>
          <a:bodyPr/>
          <a:lstStyle/>
          <a:p>
            <a:r>
              <a:rPr lang="de-DE"/>
              <a:t>Mastertitelformat bearbeiten</a:t>
            </a:r>
            <a:endParaRPr lang="en-US" dirty="0"/>
          </a:p>
        </p:txBody>
      </p:sp>
      <p:sp>
        <p:nvSpPr>
          <p:cNvPr id="3" name="Text Placeholder 2"/>
          <p:cNvSpPr>
            <a:spLocks noGrp="1"/>
          </p:cNvSpPr>
          <p:nvPr>
            <p:ph type="body" idx="1"/>
          </p:nvPr>
        </p:nvSpPr>
        <p:spPr>
          <a:xfrm>
            <a:off x="881779" y="2353628"/>
            <a:ext cx="5415676"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de-DE"/>
              <a:t>Mastertextformat bearbeiten</a:t>
            </a:r>
          </a:p>
        </p:txBody>
      </p:sp>
      <p:sp>
        <p:nvSpPr>
          <p:cNvPr id="4" name="Content Placeholder 3"/>
          <p:cNvSpPr>
            <a:spLocks noGrp="1"/>
          </p:cNvSpPr>
          <p:nvPr>
            <p:ph sz="half" idx="2"/>
          </p:nvPr>
        </p:nvSpPr>
        <p:spPr>
          <a:xfrm>
            <a:off x="881779" y="3507105"/>
            <a:ext cx="5415676" cy="515842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6480811" y="2353628"/>
            <a:ext cx="5442347" cy="1153477"/>
          </a:xfrm>
        </p:spPr>
        <p:txBody>
          <a:bodyPr anchor="b"/>
          <a:lstStyle>
            <a:lvl1pPr marL="0" indent="0">
              <a:buNone/>
              <a:defRPr sz="3360" b="1"/>
            </a:lvl1pPr>
            <a:lvl2pPr marL="640080" indent="0">
              <a:buNone/>
              <a:defRPr sz="2800" b="1"/>
            </a:lvl2pPr>
            <a:lvl3pPr marL="1280160" indent="0">
              <a:buNone/>
              <a:defRPr sz="2520" b="1"/>
            </a:lvl3pPr>
            <a:lvl4pPr marL="1920240" indent="0">
              <a:buNone/>
              <a:defRPr sz="2240" b="1"/>
            </a:lvl4pPr>
            <a:lvl5pPr marL="2560320" indent="0">
              <a:buNone/>
              <a:defRPr sz="2240" b="1"/>
            </a:lvl5pPr>
            <a:lvl6pPr marL="3200400" indent="0">
              <a:buNone/>
              <a:defRPr sz="2240" b="1"/>
            </a:lvl6pPr>
            <a:lvl7pPr marL="3840480" indent="0">
              <a:buNone/>
              <a:defRPr sz="2240" b="1"/>
            </a:lvl7pPr>
            <a:lvl8pPr marL="4480560" indent="0">
              <a:buNone/>
              <a:defRPr sz="2240" b="1"/>
            </a:lvl8pPr>
            <a:lvl9pPr marL="5120640" indent="0">
              <a:buNone/>
              <a:defRPr sz="2240" b="1"/>
            </a:lvl9pPr>
          </a:lstStyle>
          <a:p>
            <a:pPr lvl="0"/>
            <a:r>
              <a:rPr lang="de-DE"/>
              <a:t>Mastertextformat bearbeiten</a:t>
            </a:r>
          </a:p>
        </p:txBody>
      </p:sp>
      <p:sp>
        <p:nvSpPr>
          <p:cNvPr id="6" name="Content Placeholder 5"/>
          <p:cNvSpPr>
            <a:spLocks noGrp="1"/>
          </p:cNvSpPr>
          <p:nvPr>
            <p:ph sz="quarter" idx="4"/>
          </p:nvPr>
        </p:nvSpPr>
        <p:spPr>
          <a:xfrm>
            <a:off x="6480811" y="3507105"/>
            <a:ext cx="5442347" cy="5158423"/>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DF20FE4C-A8E8-4F91-8897-8150AD1EC75D}" type="datetimeFigureOut">
              <a:rPr lang="de-DE" smtClean="0"/>
              <a:t>09.02.2026</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4F7AD0E4-5228-4DA9-AC25-1F9E2875645C}" type="slidenum">
              <a:rPr lang="de-DE" smtClean="0"/>
              <a:t>‹Nr.›</a:t>
            </a:fld>
            <a:endParaRPr lang="de-DE"/>
          </a:p>
        </p:txBody>
      </p:sp>
    </p:spTree>
    <p:extLst>
      <p:ext uri="{BB962C8B-B14F-4D97-AF65-F5344CB8AC3E}">
        <p14:creationId xmlns:p14="http://schemas.microsoft.com/office/powerpoint/2010/main" val="22532441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DF20FE4C-A8E8-4F91-8897-8150AD1EC75D}" type="datetimeFigureOut">
              <a:rPr lang="de-DE" smtClean="0"/>
              <a:t>09.02.2026</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4F7AD0E4-5228-4DA9-AC25-1F9E2875645C}" type="slidenum">
              <a:rPr lang="de-DE" smtClean="0"/>
              <a:t>‹Nr.›</a:t>
            </a:fld>
            <a:endParaRPr lang="de-DE"/>
          </a:p>
        </p:txBody>
      </p:sp>
    </p:spTree>
    <p:extLst>
      <p:ext uri="{BB962C8B-B14F-4D97-AF65-F5344CB8AC3E}">
        <p14:creationId xmlns:p14="http://schemas.microsoft.com/office/powerpoint/2010/main" val="28900294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F20FE4C-A8E8-4F91-8897-8150AD1EC75D}" type="datetimeFigureOut">
              <a:rPr lang="de-DE" smtClean="0"/>
              <a:t>09.02.2026</a:t>
            </a:fld>
            <a:endParaRPr lang="de-DE"/>
          </a:p>
        </p:txBody>
      </p:sp>
      <p:sp>
        <p:nvSpPr>
          <p:cNvPr id="3" name="Footer Placeholder 2"/>
          <p:cNvSpPr>
            <a:spLocks noGrp="1"/>
          </p:cNvSpPr>
          <p:nvPr>
            <p:ph type="ftr" sz="quarter" idx="11"/>
          </p:nvPr>
        </p:nvSpPr>
        <p:spPr/>
        <p:txBody>
          <a:bodyPr/>
          <a:lstStyle/>
          <a:p>
            <a:endParaRPr lang="de-DE"/>
          </a:p>
        </p:txBody>
      </p:sp>
      <p:sp>
        <p:nvSpPr>
          <p:cNvPr id="4" name="Slide Number Placeholder 3"/>
          <p:cNvSpPr>
            <a:spLocks noGrp="1"/>
          </p:cNvSpPr>
          <p:nvPr>
            <p:ph type="sldNum" sz="quarter" idx="12"/>
          </p:nvPr>
        </p:nvSpPr>
        <p:spPr/>
        <p:txBody>
          <a:bodyPr/>
          <a:lstStyle/>
          <a:p>
            <a:fld id="{4F7AD0E4-5228-4DA9-AC25-1F9E2875645C}" type="slidenum">
              <a:rPr lang="de-DE" smtClean="0"/>
              <a:t>‹Nr.›</a:t>
            </a:fld>
            <a:endParaRPr lang="de-DE"/>
          </a:p>
        </p:txBody>
      </p:sp>
    </p:spTree>
    <p:extLst>
      <p:ext uri="{BB962C8B-B14F-4D97-AF65-F5344CB8AC3E}">
        <p14:creationId xmlns:p14="http://schemas.microsoft.com/office/powerpoint/2010/main" val="3540128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de-DE"/>
              <a:t>Mastertitelformat bearbeiten</a:t>
            </a:r>
            <a:endParaRPr lang="en-US" dirty="0"/>
          </a:p>
        </p:txBody>
      </p:sp>
      <p:sp>
        <p:nvSpPr>
          <p:cNvPr id="3" name="Content Placeholder 2"/>
          <p:cNvSpPr>
            <a:spLocks noGrp="1"/>
          </p:cNvSpPr>
          <p:nvPr>
            <p:ph idx="1"/>
          </p:nvPr>
        </p:nvSpPr>
        <p:spPr>
          <a:xfrm>
            <a:off x="5442347" y="1382397"/>
            <a:ext cx="6480810" cy="6823075"/>
          </a:xfrm>
        </p:spPr>
        <p:txBody>
          <a:bodyPr/>
          <a:lstStyle>
            <a:lvl1pPr>
              <a:defRPr sz="4480"/>
            </a:lvl1pPr>
            <a:lvl2pPr>
              <a:defRPr sz="3920"/>
            </a:lvl2pPr>
            <a:lvl3pPr>
              <a:defRPr sz="3360"/>
            </a:lvl3pPr>
            <a:lvl4pPr>
              <a:defRPr sz="2800"/>
            </a:lvl4pPr>
            <a:lvl5pPr>
              <a:defRPr sz="2800"/>
            </a:lvl5pPr>
            <a:lvl6pPr>
              <a:defRPr sz="2800"/>
            </a:lvl6pPr>
            <a:lvl7pPr>
              <a:defRPr sz="2800"/>
            </a:lvl7pPr>
            <a:lvl8pPr>
              <a:defRPr sz="2800"/>
            </a:lvl8pPr>
            <a:lvl9pPr>
              <a:defRPr sz="28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de-DE"/>
              <a:t>Mastertextformat bearbeiten</a:t>
            </a:r>
          </a:p>
        </p:txBody>
      </p:sp>
      <p:sp>
        <p:nvSpPr>
          <p:cNvPr id="5" name="Date Placeholder 4"/>
          <p:cNvSpPr>
            <a:spLocks noGrp="1"/>
          </p:cNvSpPr>
          <p:nvPr>
            <p:ph type="dt" sz="half" idx="10"/>
          </p:nvPr>
        </p:nvSpPr>
        <p:spPr/>
        <p:txBody>
          <a:bodyPr/>
          <a:lstStyle/>
          <a:p>
            <a:fld id="{DF20FE4C-A8E8-4F91-8897-8150AD1EC75D}" type="datetimeFigureOut">
              <a:rPr lang="de-DE" smtClean="0"/>
              <a:t>09.02.2026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4F7AD0E4-5228-4DA9-AC25-1F9E2875645C}" type="slidenum">
              <a:rPr lang="de-DE" smtClean="0"/>
              <a:t>‹Nr.›</a:t>
            </a:fld>
            <a:endParaRPr lang="de-DE"/>
          </a:p>
        </p:txBody>
      </p:sp>
    </p:spTree>
    <p:extLst>
      <p:ext uri="{BB962C8B-B14F-4D97-AF65-F5344CB8AC3E}">
        <p14:creationId xmlns:p14="http://schemas.microsoft.com/office/powerpoint/2010/main" val="42716953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881778" y="640080"/>
            <a:ext cx="4128849" cy="2240280"/>
          </a:xfrm>
        </p:spPr>
        <p:txBody>
          <a:bodyPr anchor="b"/>
          <a:lstStyle>
            <a:lvl1pPr>
              <a:defRPr sz="4480"/>
            </a:lvl1pPr>
          </a:lstStyle>
          <a:p>
            <a:r>
              <a:rPr lang="de-DE"/>
              <a:t>Mastertitelformat bearbeiten</a:t>
            </a:r>
            <a:endParaRPr lang="en-US" dirty="0"/>
          </a:p>
        </p:txBody>
      </p:sp>
      <p:sp>
        <p:nvSpPr>
          <p:cNvPr id="3" name="Picture Placeholder 2"/>
          <p:cNvSpPr>
            <a:spLocks noGrp="1" noChangeAspect="1"/>
          </p:cNvSpPr>
          <p:nvPr>
            <p:ph type="pic" idx="1"/>
          </p:nvPr>
        </p:nvSpPr>
        <p:spPr>
          <a:xfrm>
            <a:off x="5442347" y="1382397"/>
            <a:ext cx="6480810" cy="6823075"/>
          </a:xfrm>
        </p:spPr>
        <p:txBody>
          <a:bodyPr anchor="t"/>
          <a:lstStyle>
            <a:lvl1pPr marL="0" indent="0">
              <a:buNone/>
              <a:defRPr sz="4480"/>
            </a:lvl1pPr>
            <a:lvl2pPr marL="640080" indent="0">
              <a:buNone/>
              <a:defRPr sz="3920"/>
            </a:lvl2pPr>
            <a:lvl3pPr marL="1280160" indent="0">
              <a:buNone/>
              <a:defRPr sz="3360"/>
            </a:lvl3pPr>
            <a:lvl4pPr marL="1920240" indent="0">
              <a:buNone/>
              <a:defRPr sz="2800"/>
            </a:lvl4pPr>
            <a:lvl5pPr marL="2560320" indent="0">
              <a:buNone/>
              <a:defRPr sz="2800"/>
            </a:lvl5pPr>
            <a:lvl6pPr marL="3200400" indent="0">
              <a:buNone/>
              <a:defRPr sz="2800"/>
            </a:lvl6pPr>
            <a:lvl7pPr marL="3840480" indent="0">
              <a:buNone/>
              <a:defRPr sz="2800"/>
            </a:lvl7pPr>
            <a:lvl8pPr marL="4480560" indent="0">
              <a:buNone/>
              <a:defRPr sz="2800"/>
            </a:lvl8pPr>
            <a:lvl9pPr marL="5120640" indent="0">
              <a:buNone/>
              <a:defRPr sz="2800"/>
            </a:lvl9pPr>
          </a:lstStyle>
          <a:p>
            <a:r>
              <a:rPr lang="de-DE"/>
              <a:t>Bild durch Klicken auf Symbol hinzufügen</a:t>
            </a:r>
            <a:endParaRPr lang="en-US" dirty="0"/>
          </a:p>
        </p:txBody>
      </p:sp>
      <p:sp>
        <p:nvSpPr>
          <p:cNvPr id="4" name="Text Placeholder 3"/>
          <p:cNvSpPr>
            <a:spLocks noGrp="1"/>
          </p:cNvSpPr>
          <p:nvPr>
            <p:ph type="body" sz="half" idx="2"/>
          </p:nvPr>
        </p:nvSpPr>
        <p:spPr>
          <a:xfrm>
            <a:off x="881778" y="2880360"/>
            <a:ext cx="4128849" cy="5336223"/>
          </a:xfrm>
        </p:spPr>
        <p:txBody>
          <a:bodyPr/>
          <a:lstStyle>
            <a:lvl1pPr marL="0" indent="0">
              <a:buNone/>
              <a:defRPr sz="2240"/>
            </a:lvl1pPr>
            <a:lvl2pPr marL="640080" indent="0">
              <a:buNone/>
              <a:defRPr sz="1960"/>
            </a:lvl2pPr>
            <a:lvl3pPr marL="1280160" indent="0">
              <a:buNone/>
              <a:defRPr sz="1680"/>
            </a:lvl3pPr>
            <a:lvl4pPr marL="1920240" indent="0">
              <a:buNone/>
              <a:defRPr sz="1400"/>
            </a:lvl4pPr>
            <a:lvl5pPr marL="2560320" indent="0">
              <a:buNone/>
              <a:defRPr sz="1400"/>
            </a:lvl5pPr>
            <a:lvl6pPr marL="3200400" indent="0">
              <a:buNone/>
              <a:defRPr sz="1400"/>
            </a:lvl6pPr>
            <a:lvl7pPr marL="3840480" indent="0">
              <a:buNone/>
              <a:defRPr sz="1400"/>
            </a:lvl7pPr>
            <a:lvl8pPr marL="4480560" indent="0">
              <a:buNone/>
              <a:defRPr sz="1400"/>
            </a:lvl8pPr>
            <a:lvl9pPr marL="5120640" indent="0">
              <a:buNone/>
              <a:defRPr sz="1400"/>
            </a:lvl9pPr>
          </a:lstStyle>
          <a:p>
            <a:pPr lvl="0"/>
            <a:r>
              <a:rPr lang="de-DE"/>
              <a:t>Mastertextformat bearbeiten</a:t>
            </a:r>
          </a:p>
        </p:txBody>
      </p:sp>
      <p:sp>
        <p:nvSpPr>
          <p:cNvPr id="5" name="Date Placeholder 4"/>
          <p:cNvSpPr>
            <a:spLocks noGrp="1"/>
          </p:cNvSpPr>
          <p:nvPr>
            <p:ph type="dt" sz="half" idx="10"/>
          </p:nvPr>
        </p:nvSpPr>
        <p:spPr/>
        <p:txBody>
          <a:bodyPr/>
          <a:lstStyle/>
          <a:p>
            <a:fld id="{DF20FE4C-A8E8-4F91-8897-8150AD1EC75D}" type="datetimeFigureOut">
              <a:rPr lang="de-DE" smtClean="0"/>
              <a:t>09.02.2026</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4F7AD0E4-5228-4DA9-AC25-1F9E2875645C}" type="slidenum">
              <a:rPr lang="de-DE" smtClean="0"/>
              <a:t>‹Nr.›</a:t>
            </a:fld>
            <a:endParaRPr lang="de-DE"/>
          </a:p>
        </p:txBody>
      </p:sp>
    </p:spTree>
    <p:extLst>
      <p:ext uri="{BB962C8B-B14F-4D97-AF65-F5344CB8AC3E}">
        <p14:creationId xmlns:p14="http://schemas.microsoft.com/office/powerpoint/2010/main" val="1911645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DF20FE4C-A8E8-4F91-8897-8150AD1EC75D}" type="datetimeFigureOut">
              <a:rPr lang="de-DE" smtClean="0"/>
              <a:t>09.02.2026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4F7AD0E4-5228-4DA9-AC25-1F9E2875645C}" type="slidenum">
              <a:rPr lang="de-DE" smtClean="0"/>
              <a:t>‹Nr.›</a:t>
            </a:fld>
            <a:endParaRPr lang="de-DE"/>
          </a:p>
        </p:txBody>
      </p:sp>
    </p:spTree>
    <p:extLst>
      <p:ext uri="{BB962C8B-B14F-4D97-AF65-F5344CB8AC3E}">
        <p14:creationId xmlns:p14="http://schemas.microsoft.com/office/powerpoint/2010/main" val="41008086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61146" y="511175"/>
            <a:ext cx="2760345" cy="8136573"/>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880111" y="511175"/>
            <a:ext cx="8121015" cy="8136573"/>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DF20FE4C-A8E8-4F91-8897-8150AD1EC75D}" type="datetimeFigureOut">
              <a:rPr lang="de-DE" smtClean="0"/>
              <a:t>09.02.2026</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4F7AD0E4-5228-4DA9-AC25-1F9E2875645C}" type="slidenum">
              <a:rPr lang="de-DE" smtClean="0"/>
              <a:t>‹Nr.›</a:t>
            </a:fld>
            <a:endParaRPr lang="de-DE"/>
          </a:p>
        </p:txBody>
      </p:sp>
    </p:spTree>
    <p:extLst>
      <p:ext uri="{BB962C8B-B14F-4D97-AF65-F5344CB8AC3E}">
        <p14:creationId xmlns:p14="http://schemas.microsoft.com/office/powerpoint/2010/main" val="2779393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80110" y="511177"/>
            <a:ext cx="11041380" cy="1855788"/>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880110" y="2555875"/>
            <a:ext cx="11041380" cy="6091873"/>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880110" y="8898892"/>
            <a:ext cx="2880360" cy="511175"/>
          </a:xfrm>
          <a:prstGeom prst="rect">
            <a:avLst/>
          </a:prstGeom>
        </p:spPr>
        <p:txBody>
          <a:bodyPr vert="horz" lIns="91440" tIns="45720" rIns="91440" bIns="45720" rtlCol="0" anchor="ctr"/>
          <a:lstStyle>
            <a:lvl1pPr algn="l">
              <a:defRPr sz="1680">
                <a:solidFill>
                  <a:schemeClr val="tx1">
                    <a:tint val="82000"/>
                  </a:schemeClr>
                </a:solidFill>
              </a:defRPr>
            </a:lvl1pPr>
          </a:lstStyle>
          <a:p>
            <a:fld id="{DF20FE4C-A8E8-4F91-8897-8150AD1EC75D}" type="datetimeFigureOut">
              <a:rPr lang="de-DE" smtClean="0"/>
              <a:t>09.02.2026</a:t>
            </a:fld>
            <a:endParaRPr lang="de-DE"/>
          </a:p>
        </p:txBody>
      </p:sp>
      <p:sp>
        <p:nvSpPr>
          <p:cNvPr id="5" name="Footer Placeholder 4"/>
          <p:cNvSpPr>
            <a:spLocks noGrp="1"/>
          </p:cNvSpPr>
          <p:nvPr>
            <p:ph type="ftr" sz="quarter" idx="3"/>
          </p:nvPr>
        </p:nvSpPr>
        <p:spPr>
          <a:xfrm>
            <a:off x="4240530" y="8898892"/>
            <a:ext cx="4320540" cy="511175"/>
          </a:xfrm>
          <a:prstGeom prst="rect">
            <a:avLst/>
          </a:prstGeom>
        </p:spPr>
        <p:txBody>
          <a:bodyPr vert="horz" lIns="91440" tIns="45720" rIns="91440" bIns="45720" rtlCol="0" anchor="ctr"/>
          <a:lstStyle>
            <a:lvl1pPr algn="ctr">
              <a:defRPr sz="1680">
                <a:solidFill>
                  <a:schemeClr val="tx1">
                    <a:tint val="82000"/>
                  </a:schemeClr>
                </a:solidFill>
              </a:defRPr>
            </a:lvl1pPr>
          </a:lstStyle>
          <a:p>
            <a:endParaRPr lang="de-DE"/>
          </a:p>
        </p:txBody>
      </p:sp>
      <p:sp>
        <p:nvSpPr>
          <p:cNvPr id="6" name="Slide Number Placeholder 5"/>
          <p:cNvSpPr>
            <a:spLocks noGrp="1"/>
          </p:cNvSpPr>
          <p:nvPr>
            <p:ph type="sldNum" sz="quarter" idx="4"/>
          </p:nvPr>
        </p:nvSpPr>
        <p:spPr>
          <a:xfrm>
            <a:off x="9041130" y="8898892"/>
            <a:ext cx="2880360" cy="511175"/>
          </a:xfrm>
          <a:prstGeom prst="rect">
            <a:avLst/>
          </a:prstGeom>
        </p:spPr>
        <p:txBody>
          <a:bodyPr vert="horz" lIns="91440" tIns="45720" rIns="91440" bIns="45720" rtlCol="0" anchor="ctr"/>
          <a:lstStyle>
            <a:lvl1pPr algn="r">
              <a:defRPr sz="1680">
                <a:solidFill>
                  <a:schemeClr val="tx1">
                    <a:tint val="82000"/>
                  </a:schemeClr>
                </a:solidFill>
              </a:defRPr>
            </a:lvl1pPr>
          </a:lstStyle>
          <a:p>
            <a:fld id="{4F7AD0E4-5228-4DA9-AC25-1F9E2875645C}" type="slidenum">
              <a:rPr lang="de-DE" smtClean="0"/>
              <a:t>‹Nr.›</a:t>
            </a:fld>
            <a:endParaRPr lang="de-DE"/>
          </a:p>
        </p:txBody>
      </p:sp>
    </p:spTree>
    <p:extLst>
      <p:ext uri="{BB962C8B-B14F-4D97-AF65-F5344CB8AC3E}">
        <p14:creationId xmlns:p14="http://schemas.microsoft.com/office/powerpoint/2010/main" val="187543198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280160" rtl="0" eaLnBrk="1" latinLnBrk="0" hangingPunct="1">
        <a:lnSpc>
          <a:spcPct val="90000"/>
        </a:lnSpc>
        <a:spcBef>
          <a:spcPct val="0"/>
        </a:spcBef>
        <a:buNone/>
        <a:defRPr sz="6160" kern="1200">
          <a:solidFill>
            <a:schemeClr val="tx1"/>
          </a:solidFill>
          <a:latin typeface="+mj-lt"/>
          <a:ea typeface="+mj-ea"/>
          <a:cs typeface="+mj-cs"/>
        </a:defRPr>
      </a:lvl1pPr>
    </p:titleStyle>
    <p:bodyStyle>
      <a:lvl1pPr marL="320040" indent="-320040" algn="l" defTabSz="1280160" rtl="0" eaLnBrk="1" latinLnBrk="0" hangingPunct="1">
        <a:lnSpc>
          <a:spcPct val="90000"/>
        </a:lnSpc>
        <a:spcBef>
          <a:spcPts val="1400"/>
        </a:spcBef>
        <a:buFont typeface="Arial" panose="020B0604020202020204" pitchFamily="34" charset="0"/>
        <a:buChar char="•"/>
        <a:defRPr sz="3920" kern="1200">
          <a:solidFill>
            <a:schemeClr val="tx1"/>
          </a:solidFill>
          <a:latin typeface="+mn-lt"/>
          <a:ea typeface="+mn-ea"/>
          <a:cs typeface="+mn-cs"/>
        </a:defRPr>
      </a:lvl1pPr>
      <a:lvl2pPr marL="960120" indent="-320040" algn="l" defTabSz="1280160" rtl="0" eaLnBrk="1" latinLnBrk="0" hangingPunct="1">
        <a:lnSpc>
          <a:spcPct val="90000"/>
        </a:lnSpc>
        <a:spcBef>
          <a:spcPts val="700"/>
        </a:spcBef>
        <a:buFont typeface="Arial" panose="020B0604020202020204" pitchFamily="34" charset="0"/>
        <a:buChar char="•"/>
        <a:defRPr sz="3360" kern="1200">
          <a:solidFill>
            <a:schemeClr val="tx1"/>
          </a:solidFill>
          <a:latin typeface="+mn-lt"/>
          <a:ea typeface="+mn-ea"/>
          <a:cs typeface="+mn-cs"/>
        </a:defRPr>
      </a:lvl2pPr>
      <a:lvl3pPr marL="1600200" indent="-320040" algn="l" defTabSz="1280160" rtl="0" eaLnBrk="1" latinLnBrk="0" hangingPunct="1">
        <a:lnSpc>
          <a:spcPct val="90000"/>
        </a:lnSpc>
        <a:spcBef>
          <a:spcPts val="700"/>
        </a:spcBef>
        <a:buFont typeface="Arial" panose="020B0604020202020204" pitchFamily="34" charset="0"/>
        <a:buChar char="•"/>
        <a:defRPr sz="2800" kern="1200">
          <a:solidFill>
            <a:schemeClr val="tx1"/>
          </a:solidFill>
          <a:latin typeface="+mn-lt"/>
          <a:ea typeface="+mn-ea"/>
          <a:cs typeface="+mn-cs"/>
        </a:defRPr>
      </a:lvl3pPr>
      <a:lvl4pPr marL="224028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4pPr>
      <a:lvl5pPr marL="288036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5pPr>
      <a:lvl6pPr marL="352044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6pPr>
      <a:lvl7pPr marL="416052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7pPr>
      <a:lvl8pPr marL="480060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8pPr>
      <a:lvl9pPr marL="5440680" indent="-320040" algn="l" defTabSz="1280160" rtl="0" eaLnBrk="1" latinLnBrk="0" hangingPunct="1">
        <a:lnSpc>
          <a:spcPct val="90000"/>
        </a:lnSpc>
        <a:spcBef>
          <a:spcPts val="700"/>
        </a:spcBef>
        <a:buFont typeface="Arial" panose="020B0604020202020204" pitchFamily="34" charset="0"/>
        <a:buChar char="•"/>
        <a:defRPr sz="2520" kern="1200">
          <a:solidFill>
            <a:schemeClr val="tx1"/>
          </a:solidFill>
          <a:latin typeface="+mn-lt"/>
          <a:ea typeface="+mn-ea"/>
          <a:cs typeface="+mn-cs"/>
        </a:defRPr>
      </a:lvl9pPr>
    </p:bodyStyle>
    <p:otherStyle>
      <a:defPPr>
        <a:defRPr lang="en-US"/>
      </a:defPPr>
      <a:lvl1pPr marL="0" algn="l" defTabSz="1280160" rtl="0" eaLnBrk="1" latinLnBrk="0" hangingPunct="1">
        <a:defRPr sz="2520" kern="1200">
          <a:solidFill>
            <a:schemeClr val="tx1"/>
          </a:solidFill>
          <a:latin typeface="+mn-lt"/>
          <a:ea typeface="+mn-ea"/>
          <a:cs typeface="+mn-cs"/>
        </a:defRPr>
      </a:lvl1pPr>
      <a:lvl2pPr marL="640080" algn="l" defTabSz="1280160" rtl="0" eaLnBrk="1" latinLnBrk="0" hangingPunct="1">
        <a:defRPr sz="2520" kern="1200">
          <a:solidFill>
            <a:schemeClr val="tx1"/>
          </a:solidFill>
          <a:latin typeface="+mn-lt"/>
          <a:ea typeface="+mn-ea"/>
          <a:cs typeface="+mn-cs"/>
        </a:defRPr>
      </a:lvl2pPr>
      <a:lvl3pPr marL="1280160" algn="l" defTabSz="1280160" rtl="0" eaLnBrk="1" latinLnBrk="0" hangingPunct="1">
        <a:defRPr sz="2520" kern="1200">
          <a:solidFill>
            <a:schemeClr val="tx1"/>
          </a:solidFill>
          <a:latin typeface="+mn-lt"/>
          <a:ea typeface="+mn-ea"/>
          <a:cs typeface="+mn-cs"/>
        </a:defRPr>
      </a:lvl3pPr>
      <a:lvl4pPr marL="1920240" algn="l" defTabSz="1280160" rtl="0" eaLnBrk="1" latinLnBrk="0" hangingPunct="1">
        <a:defRPr sz="2520" kern="1200">
          <a:solidFill>
            <a:schemeClr val="tx1"/>
          </a:solidFill>
          <a:latin typeface="+mn-lt"/>
          <a:ea typeface="+mn-ea"/>
          <a:cs typeface="+mn-cs"/>
        </a:defRPr>
      </a:lvl4pPr>
      <a:lvl5pPr marL="2560320" algn="l" defTabSz="1280160" rtl="0" eaLnBrk="1" latinLnBrk="0" hangingPunct="1">
        <a:defRPr sz="2520" kern="1200">
          <a:solidFill>
            <a:schemeClr val="tx1"/>
          </a:solidFill>
          <a:latin typeface="+mn-lt"/>
          <a:ea typeface="+mn-ea"/>
          <a:cs typeface="+mn-cs"/>
        </a:defRPr>
      </a:lvl5pPr>
      <a:lvl6pPr marL="3200400" algn="l" defTabSz="1280160" rtl="0" eaLnBrk="1" latinLnBrk="0" hangingPunct="1">
        <a:defRPr sz="2520" kern="1200">
          <a:solidFill>
            <a:schemeClr val="tx1"/>
          </a:solidFill>
          <a:latin typeface="+mn-lt"/>
          <a:ea typeface="+mn-ea"/>
          <a:cs typeface="+mn-cs"/>
        </a:defRPr>
      </a:lvl6pPr>
      <a:lvl7pPr marL="3840480" algn="l" defTabSz="1280160" rtl="0" eaLnBrk="1" latinLnBrk="0" hangingPunct="1">
        <a:defRPr sz="2520" kern="1200">
          <a:solidFill>
            <a:schemeClr val="tx1"/>
          </a:solidFill>
          <a:latin typeface="+mn-lt"/>
          <a:ea typeface="+mn-ea"/>
          <a:cs typeface="+mn-cs"/>
        </a:defRPr>
      </a:lvl7pPr>
      <a:lvl8pPr marL="4480560" algn="l" defTabSz="1280160" rtl="0" eaLnBrk="1" latinLnBrk="0" hangingPunct="1">
        <a:defRPr sz="2520" kern="1200">
          <a:solidFill>
            <a:schemeClr val="tx1"/>
          </a:solidFill>
          <a:latin typeface="+mn-lt"/>
          <a:ea typeface="+mn-ea"/>
          <a:cs typeface="+mn-cs"/>
        </a:defRPr>
      </a:lvl8pPr>
      <a:lvl9pPr marL="5120640" algn="l" defTabSz="1280160" rtl="0" eaLnBrk="1" latinLnBrk="0" hangingPunct="1">
        <a:defRPr sz="252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feld 4">
            <a:extLst>
              <a:ext uri="{FF2B5EF4-FFF2-40B4-BE49-F238E27FC236}">
                <a16:creationId xmlns:a16="http://schemas.microsoft.com/office/drawing/2014/main" id="{92A286EC-05A2-6283-8726-DE03C80F4C13}"/>
              </a:ext>
            </a:extLst>
          </p:cNvPr>
          <p:cNvSpPr txBox="1"/>
          <p:nvPr/>
        </p:nvSpPr>
        <p:spPr>
          <a:xfrm>
            <a:off x="209798" y="168547"/>
            <a:ext cx="11935367" cy="4109202"/>
          </a:xfrm>
          <a:prstGeom prst="rect">
            <a:avLst/>
          </a:prstGeom>
          <a:noFill/>
        </p:spPr>
        <p:txBody>
          <a:bodyPr wrap="square">
            <a:spAutoFit/>
          </a:bodyPr>
          <a:lstStyle/>
          <a:p>
            <a:pPr defTabSz="914400">
              <a:defRPr/>
            </a:pPr>
            <a:r>
              <a:rPr lang="de-DE" dirty="0">
                <a:solidFill>
                  <a:schemeClr val="dk1"/>
                </a:solidFill>
              </a:rPr>
              <a:t>Wir werden heute Abend ein Programm zur Verarbeitung von vielen Personendaten bauen (Vorname, Nachname, Geburtstag). Wir suchen den Tag an dem die meisten Menschen Geburtstag haben und wie viele das sind.</a:t>
            </a:r>
            <a:br>
              <a:rPr lang="de-DE" sz="2000" dirty="0">
                <a:solidFill>
                  <a:schemeClr val="dk1"/>
                </a:solidFill>
              </a:rPr>
            </a:br>
            <a:endParaRPr lang="de-DE" sz="2000" dirty="0">
              <a:solidFill>
                <a:schemeClr val="dk1"/>
              </a:solidFill>
            </a:endParaRPr>
          </a:p>
          <a:p>
            <a:pPr defTabSz="914400">
              <a:defRPr/>
            </a:pPr>
            <a:r>
              <a:rPr lang="de-DE" sz="2400" b="1" dirty="0">
                <a:solidFill>
                  <a:schemeClr val="dk1"/>
                </a:solidFill>
              </a:rPr>
              <a:t>Rate: wie viel Zeit braucht die schnellste Java-CLI-App die heute gezeigt wird</a:t>
            </a:r>
            <a:br>
              <a:rPr lang="de-DE" sz="2400" b="1" dirty="0">
                <a:solidFill>
                  <a:schemeClr val="dk1"/>
                </a:solidFill>
              </a:rPr>
            </a:br>
            <a:r>
              <a:rPr lang="de-DE" sz="2400" b="1" dirty="0">
                <a:solidFill>
                  <a:schemeClr val="dk1"/>
                </a:solidFill>
              </a:rPr>
              <a:t>um 100 Millionen Datensätze zu verarbeiten?</a:t>
            </a:r>
            <a:br>
              <a:rPr lang="de-DE" sz="2400" b="1" dirty="0">
                <a:solidFill>
                  <a:schemeClr val="dk1"/>
                </a:solidFill>
              </a:rPr>
            </a:br>
            <a:endParaRPr lang="de-DE" sz="2400" b="1" dirty="0">
              <a:solidFill>
                <a:schemeClr val="dk1"/>
              </a:solidFill>
            </a:endParaRPr>
          </a:p>
          <a:p>
            <a:pPr defTabSz="914400">
              <a:defRPr/>
            </a:pPr>
            <a:r>
              <a:rPr lang="de-DE" dirty="0">
                <a:solidFill>
                  <a:schemeClr val="dk1"/>
                </a:solidFill>
              </a:rPr>
              <a:t>Die Eingabedatei ist eine komma-separierte Textdatei mit Fixbreitenspalten. Zeilen sind mit \n getrennt. Spalten sind mit ; getrennt. Es gibt kein </a:t>
            </a:r>
            <a:r>
              <a:rPr lang="de-DE" dirty="0" err="1">
                <a:solidFill>
                  <a:schemeClr val="dk1"/>
                </a:solidFill>
              </a:rPr>
              <a:t>Escaping</a:t>
            </a:r>
            <a:r>
              <a:rPr lang="de-DE" dirty="0">
                <a:solidFill>
                  <a:schemeClr val="dk1"/>
                </a:solidFill>
              </a:rPr>
              <a:t> oder </a:t>
            </a:r>
            <a:r>
              <a:rPr lang="de-DE" dirty="0" err="1">
                <a:solidFill>
                  <a:schemeClr val="dk1"/>
                </a:solidFill>
              </a:rPr>
              <a:t>Quoting</a:t>
            </a:r>
            <a:r>
              <a:rPr lang="de-DE" dirty="0">
                <a:solidFill>
                  <a:schemeClr val="dk1"/>
                </a:solidFill>
              </a:rPr>
              <a:t>. Datumswerte sind im Format 'YYYY-MM-DD'. Die Eingabedatei ist gezippt.</a:t>
            </a:r>
          </a:p>
          <a:p>
            <a:pPr defTabSz="914400">
              <a:defRPr/>
            </a:pPr>
            <a:br>
              <a:rPr lang="de-DE" sz="1400" dirty="0">
                <a:solidFill>
                  <a:schemeClr val="dk1"/>
                </a:solidFill>
              </a:rPr>
            </a:br>
            <a:r>
              <a:rPr lang="de-DE" sz="1400" dirty="0">
                <a:solidFill>
                  <a:schemeClr val="dk1"/>
                </a:solidFill>
              </a:rPr>
              <a:t>Hardware:</a:t>
            </a:r>
            <a:br>
              <a:rPr lang="de-DE" sz="1400" dirty="0">
                <a:solidFill>
                  <a:schemeClr val="dk1"/>
                </a:solidFill>
              </a:rPr>
            </a:br>
            <a:r>
              <a:rPr lang="de-DE" sz="1400" dirty="0">
                <a:solidFill>
                  <a:schemeClr val="dk1"/>
                </a:solidFill>
              </a:rPr>
              <a:t>AMD Ryzen 9 9950X, 64GB RAM, </a:t>
            </a:r>
            <a:r>
              <a:rPr lang="de-DE" sz="1400" dirty="0" err="1">
                <a:solidFill>
                  <a:schemeClr val="dk1"/>
                </a:solidFill>
              </a:rPr>
              <a:t>Win</a:t>
            </a:r>
            <a:r>
              <a:rPr lang="de-DE" sz="1400" dirty="0">
                <a:solidFill>
                  <a:schemeClr val="dk1"/>
                </a:solidFill>
              </a:rPr>
              <a:t> 11, PCIe 5 SSD</a:t>
            </a:r>
          </a:p>
        </p:txBody>
      </p:sp>
      <p:sp>
        <p:nvSpPr>
          <p:cNvPr id="6" name="Textfeld 5">
            <a:extLst>
              <a:ext uri="{FF2B5EF4-FFF2-40B4-BE49-F238E27FC236}">
                <a16:creationId xmlns:a16="http://schemas.microsoft.com/office/drawing/2014/main" id="{E9179D65-F988-538C-9A79-47E4E3FD2F7C}"/>
              </a:ext>
            </a:extLst>
          </p:cNvPr>
          <p:cNvSpPr txBox="1"/>
          <p:nvPr/>
        </p:nvSpPr>
        <p:spPr>
          <a:xfrm rot="336163">
            <a:off x="568400" y="3757948"/>
            <a:ext cx="7675627" cy="2616101"/>
          </a:xfrm>
          <a:prstGeom prst="rect">
            <a:avLst/>
          </a:prstGeom>
          <a:noFill/>
        </p:spPr>
        <p:txBody>
          <a:bodyPr wrap="none" rtlCol="0">
            <a:spAutoFit/>
          </a:bodyPr>
          <a:lstStyle/>
          <a:p>
            <a:pPr algn="ctr"/>
            <a:r>
              <a:rPr lang="de-DE" sz="5400" b="1" dirty="0">
                <a:solidFill>
                  <a:srgbClr val="FF0000"/>
                </a:solidFill>
              </a:rPr>
              <a:t>Ratespiel:</a:t>
            </a:r>
          </a:p>
          <a:p>
            <a:pPr algn="ctr"/>
            <a:r>
              <a:rPr lang="de-DE" sz="5400" b="1" dirty="0">
                <a:solidFill>
                  <a:srgbClr val="FF0000"/>
                </a:solidFill>
              </a:rPr>
              <a:t>Reiß Dir einen Zettel ab!</a:t>
            </a:r>
          </a:p>
          <a:p>
            <a:pPr algn="ctr"/>
            <a:r>
              <a:rPr lang="de-DE" sz="2800" b="1" dirty="0">
                <a:solidFill>
                  <a:srgbClr val="FF0000"/>
                </a:solidFill>
              </a:rPr>
              <a:t>Schätze, dann stecke Dir Deinen Tipp</a:t>
            </a:r>
            <a:br>
              <a:rPr lang="de-DE" sz="2800" b="1" dirty="0">
                <a:solidFill>
                  <a:srgbClr val="FF0000"/>
                </a:solidFill>
              </a:rPr>
            </a:br>
            <a:r>
              <a:rPr lang="de-DE" sz="2800" b="1" dirty="0">
                <a:solidFill>
                  <a:srgbClr val="FF0000"/>
                </a:solidFill>
              </a:rPr>
              <a:t>in die Hosentasche.</a:t>
            </a:r>
            <a:endParaRPr lang="de-DE" sz="3600" b="1" dirty="0">
              <a:solidFill>
                <a:srgbClr val="FF0000"/>
              </a:solidFill>
            </a:endParaRPr>
          </a:p>
        </p:txBody>
      </p:sp>
      <p:sp>
        <p:nvSpPr>
          <p:cNvPr id="7" name="Textfeld 6">
            <a:extLst>
              <a:ext uri="{FF2B5EF4-FFF2-40B4-BE49-F238E27FC236}">
                <a16:creationId xmlns:a16="http://schemas.microsoft.com/office/drawing/2014/main" id="{8B97C542-2E2F-4509-BA36-6551A0E0CE32}"/>
              </a:ext>
            </a:extLst>
          </p:cNvPr>
          <p:cNvSpPr txBox="1"/>
          <p:nvPr/>
        </p:nvSpPr>
        <p:spPr>
          <a:xfrm rot="21332774">
            <a:off x="6530187" y="3279514"/>
            <a:ext cx="5922519" cy="769441"/>
          </a:xfrm>
          <a:prstGeom prst="rect">
            <a:avLst/>
          </a:prstGeom>
          <a:noFill/>
        </p:spPr>
        <p:txBody>
          <a:bodyPr wrap="none" rtlCol="0">
            <a:spAutoFit/>
          </a:bodyPr>
          <a:lstStyle/>
          <a:p>
            <a:pPr algn="ctr"/>
            <a:r>
              <a:rPr lang="de-DE" sz="3200" b="1" dirty="0">
                <a:solidFill>
                  <a:schemeClr val="accent6"/>
                </a:solidFill>
              </a:rPr>
              <a:t>Gewinne eine Dose voller Pixel</a:t>
            </a:r>
          </a:p>
          <a:p>
            <a:pPr algn="r"/>
            <a:r>
              <a:rPr lang="de-DE" sz="1050" b="1" dirty="0">
                <a:solidFill>
                  <a:schemeClr val="accent6"/>
                </a:solidFill>
              </a:rPr>
              <a:t>Ohne Gewähr und ohne Gewehr</a:t>
            </a:r>
            <a:endParaRPr lang="de-DE" sz="1000" b="1" dirty="0">
              <a:solidFill>
                <a:schemeClr val="accent6"/>
              </a:solidFill>
            </a:endParaRPr>
          </a:p>
        </p:txBody>
      </p:sp>
    </p:spTree>
    <p:extLst>
      <p:ext uri="{BB962C8B-B14F-4D97-AF65-F5344CB8AC3E}">
        <p14:creationId xmlns:p14="http://schemas.microsoft.com/office/powerpoint/2010/main" val="2207615233"/>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147</Words>
  <Application>Microsoft Office PowerPoint</Application>
  <PresentationFormat>A3-Papier (297 x 420 mm)</PresentationFormat>
  <Paragraphs>9</Paragraphs>
  <Slides>1</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vt:i4>
      </vt:variant>
    </vt:vector>
  </HeadingPairs>
  <TitlesOfParts>
    <vt:vector size="5" baseType="lpstr">
      <vt:lpstr>Aptos</vt:lpstr>
      <vt:lpstr>Aptos Display</vt:lpstr>
      <vt:lpstr>Arial</vt:lpstr>
      <vt:lpstr>Office</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Schwarz | uCORE Systems GmbH</dc:creator>
  <cp:lastModifiedBy>Daniel Schwarz | uCORE Systems GmbH</cp:lastModifiedBy>
  <cp:revision>2</cp:revision>
  <cp:lastPrinted>2026-02-09T07:55:23Z</cp:lastPrinted>
  <dcterms:created xsi:type="dcterms:W3CDTF">2026-02-09T07:41:54Z</dcterms:created>
  <dcterms:modified xsi:type="dcterms:W3CDTF">2026-02-09T07:55:26Z</dcterms:modified>
</cp:coreProperties>
</file>